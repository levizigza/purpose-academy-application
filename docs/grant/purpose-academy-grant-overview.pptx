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2E"/>
                </a:solidFill>
                <a:latin typeface="Calibri"/>
              </a:rPr>
              <a:t>GRANT OVERVIEW · CALGARY TRADES SCHOOL LEARNING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Purpose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0EC"/>
                </a:solidFill>
                <a:latin typeface="Calibri"/>
              </a:rPr>
              <a:t>A concise look at what exists today: three pathways, Practice spine, desktop night stage, and honest progress toward employment readiness.</a:t>
            </a:r>
          </a:p>
        </p:txBody>
      </p:sp>
      <p:pic>
        <p:nvPicPr>
          <p:cNvPr id="5" name="Picture 4" descr="01-mode-choo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94560"/>
            <a:ext cx="9966960" cy="6229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D4"/>
                </a:solidFill>
                <a:latin typeface="Calibri"/>
              </a:rPr>
              <a:t>Desktop or Phone — learner workshop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8A2E"/>
                </a:solidFill>
                <a:latin typeface="Calibri"/>
              </a:rPr>
              <a:t>NEWCOMERS &amp; FIRST-TIME TRADES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Calibri"/>
              </a:rPr>
              <a:t>Who it’s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Calibri"/>
              </a:rPr>
              <a:t>Adults who want workplace English and trades foundations without exam theatre. Soft learner-fear chrome. Adult dignity — no childish gamification.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2 / 9  ·  Night-stage opening: three doors into work.</a:t>
            </a:r>
          </a:p>
        </p:txBody>
      </p:sp>
      <p:pic>
        <p:nvPicPr>
          <p:cNvPr id="6" name="Picture 5" descr="02-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2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8A2E"/>
                </a:solidFill>
                <a:latin typeface="Calibri"/>
              </a:rPr>
              <a:t>ONE SCHOOL · THREE DOORS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Calibri"/>
              </a:rPr>
              <a:t>Three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Calibri"/>
              </a:rPr>
              <a:t>Construction · Logistics · Community Support Foundations. Same Practice spine; specialty vocabulary and scenes per pathway.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3 / 9  ·  Practice hub — choose pathway, one station at a time.</a:t>
            </a:r>
          </a:p>
        </p:txBody>
      </p:sp>
      <p:pic>
        <p:nvPicPr>
          <p:cNvPr id="6" name="Picture 5" descr="04-practice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2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8A2E"/>
                </a:solidFill>
                <a:latin typeface="Calibri"/>
              </a:rPr>
              <a:t>SEE → HEAR HOME LANGUAGE → HEAR ENGLISH →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Calibri"/>
              </a:rPr>
              <a:t>Practice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Calibri"/>
              </a:rPr>
              <a:t>Visual Vocabulary: look at the object, press a language you trust, hear the English workplace word, then type. Finite stations. Done for now when you need to stop.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4 / 9  ·  VocabSheet on desktop night stage + paper card.</a:t>
            </a:r>
          </a:p>
        </p:txBody>
      </p:sp>
      <p:pic>
        <p:nvPicPr>
          <p:cNvPr id="6" name="Picture 5" descr="06-visual-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2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8A2E"/>
                </a:solidFill>
                <a:latin typeface="Calibri"/>
              </a:rPr>
              <a:t>ENGLISH EYE SPY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Calibri"/>
              </a:rPr>
              <a:t>Clear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Calibri"/>
              </a:rPr>
              <a:t>Tap a picture, name it in English, clear the board. Same words, busy shop scenes — concrete win without scoreboard shame.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5 / 9  ·  Eye Spy exercise mode — clear every pair.</a:t>
            </a:r>
          </a:p>
        </p:txBody>
      </p:sp>
      <p:pic>
        <p:nvPicPr>
          <p:cNvPr id="6" name="Picture 5" descr="07-eye-s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2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8A2E"/>
                </a:solidFill>
                <a:latin typeface="Calibri"/>
              </a:rPr>
              <a:t>TOOLBOX → PRACTICE / STUDENT / INSTRUCTOR /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Calibri"/>
              </a:rPr>
              <a:t>Desktop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Calibri"/>
              </a:rPr>
              <a:t>Desktop mode opens the toolbox trays, then the full web course on a calm night stage. Phone mode is a live device-frame demo of the same school.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6 / 9  ·  Tool Chest trays — Practice highlighted.</a:t>
            </a:r>
          </a:p>
        </p:txBody>
      </p:sp>
      <p:pic>
        <p:nvPicPr>
          <p:cNvPr id="6" name="Picture 5" descr="03b-toolbox-tr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2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8A2E"/>
                </a:solidFill>
                <a:latin typeface="Calibri"/>
              </a:rPr>
              <a:t>SOFT CHROME · FINITE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Calibri"/>
              </a:rPr>
              <a:t>Learner dignity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Calibri"/>
              </a:rPr>
              <a:t>One station in focus. Practice banner names the finite path. Done for now is always available. We refuse casino streaks and “prove yourself” exam language in learner chrome.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7 / 9  ·  Practice surface with Done for now / soft chrome.</a:t>
            </a:r>
          </a:p>
        </p:txBody>
      </p:sp>
      <p:pic>
        <p:nvPicPr>
          <p:cNvPr id="6" name="Picture 5" descr="09-dig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2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8A2E"/>
                </a:solidFill>
                <a:latin typeface="Calibri"/>
              </a:rPr>
              <a:t>HONEST CONTINUUM — NOT A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Calibri"/>
              </a:rPr>
              <a:t>Progress &amp; Skills Passport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Calibri"/>
              </a:rPr>
              <a:t>Learned → Practised → Competent. Practice alone is not Red Seal, apprenticeship certification, or a job guarantee. Competent still needs a real instructor.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8 / 9  ·  Skills Passport honesty copy in Practice.</a:t>
            </a:r>
          </a:p>
        </p:txBody>
      </p:sp>
      <p:pic>
        <p:nvPicPr>
          <p:cNvPr id="6" name="Picture 5" descr="05-pas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2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8A2E"/>
                </a:solidFill>
                <a:latin typeface="Calibri"/>
              </a:rPr>
              <a:t>CONTACT &amp;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F5C"/>
                </a:solidFill>
                <a:latin typeface="Calibri"/>
              </a:rPr>
              <a:t>Built in Calgary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Calibri"/>
              </a:rPr>
              <a:t>Purpose Academy Application — Construction, Logistics, Community Support Foundations. For partnership or grant follow-up, use the Contact tray in the toolbox or the school’s public contact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9 / 9  ·  Programs surface — three pathways, honest depth.</a:t>
            </a:r>
          </a:p>
        </p:txBody>
      </p:sp>
      <p:pic>
        <p:nvPicPr>
          <p:cNvPr id="6" name="Picture 5" descr="08-p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0292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